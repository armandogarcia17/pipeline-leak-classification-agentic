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2D3324-B09A-4F5A-889B-38A595B01022}" v="17" dt="2024-08-22T22:16:19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8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Molina Ortiz" userId="19631747-2e31-4a83-9804-09ae78766222" providerId="ADAL" clId="{7C2D3324-B09A-4F5A-889B-38A595B01022}"/>
    <pc:docChg chg="undo redo custSel modSld">
      <pc:chgData name="Oscar Molina Ortiz" userId="19631747-2e31-4a83-9804-09ae78766222" providerId="ADAL" clId="{7C2D3324-B09A-4F5A-889B-38A595B01022}" dt="2024-08-22T22:39:20.154" v="274" actId="20577"/>
      <pc:docMkLst>
        <pc:docMk/>
      </pc:docMkLst>
      <pc:sldChg chg="addSp delSp modSp mod">
        <pc:chgData name="Oscar Molina Ortiz" userId="19631747-2e31-4a83-9804-09ae78766222" providerId="ADAL" clId="{7C2D3324-B09A-4F5A-889B-38A595B01022}" dt="2024-08-22T22:39:20.154" v="274" actId="20577"/>
        <pc:sldMkLst>
          <pc:docMk/>
          <pc:sldMk cId="94679921" sldId="256"/>
        </pc:sldMkLst>
        <pc:spChg chg="mod">
          <ac:chgData name="Oscar Molina Ortiz" userId="19631747-2e31-4a83-9804-09ae78766222" providerId="ADAL" clId="{7C2D3324-B09A-4F5A-889B-38A595B01022}" dt="2024-08-22T22:36:36.274" v="252" actId="20577"/>
          <ac:spMkLst>
            <pc:docMk/>
            <pc:sldMk cId="94679921" sldId="256"/>
            <ac:spMk id="18" creationId="{33517FF8-D80B-C39E-F6EB-9AF15EA8B467}"/>
          </ac:spMkLst>
        </pc:spChg>
        <pc:spChg chg="mod">
          <ac:chgData name="Oscar Molina Ortiz" userId="19631747-2e31-4a83-9804-09ae78766222" providerId="ADAL" clId="{7C2D3324-B09A-4F5A-889B-38A595B01022}" dt="2024-08-22T22:36:21.491" v="241" actId="20577"/>
          <ac:spMkLst>
            <pc:docMk/>
            <pc:sldMk cId="94679921" sldId="256"/>
            <ac:spMk id="25" creationId="{63B513C9-1B4A-61A1-0DAF-BFA7DC6B69FF}"/>
          </ac:spMkLst>
        </pc:spChg>
        <pc:spChg chg="mod">
          <ac:chgData name="Oscar Molina Ortiz" userId="19631747-2e31-4a83-9804-09ae78766222" providerId="ADAL" clId="{7C2D3324-B09A-4F5A-889B-38A595B01022}" dt="2024-08-22T22:12:50.760" v="165" actId="1076"/>
          <ac:spMkLst>
            <pc:docMk/>
            <pc:sldMk cId="94679921" sldId="256"/>
            <ac:spMk id="29" creationId="{6A1BF213-5D3A-6414-E243-5E9129D618EE}"/>
          </ac:spMkLst>
        </pc:spChg>
        <pc:spChg chg="add del mod">
          <ac:chgData name="Oscar Molina Ortiz" userId="19631747-2e31-4a83-9804-09ae78766222" providerId="ADAL" clId="{7C2D3324-B09A-4F5A-889B-38A595B01022}" dt="2024-08-22T20:39:48.765" v="17"/>
          <ac:spMkLst>
            <pc:docMk/>
            <pc:sldMk cId="94679921" sldId="256"/>
            <ac:spMk id="31" creationId="{DB930BAC-7F1D-E68D-2EB6-5232BCE2D8EC}"/>
          </ac:spMkLst>
        </pc:spChg>
        <pc:spChg chg="add del mod">
          <ac:chgData name="Oscar Molina Ortiz" userId="19631747-2e31-4a83-9804-09ae78766222" providerId="ADAL" clId="{7C2D3324-B09A-4F5A-889B-38A595B01022}" dt="2024-08-22T20:39:48.765" v="17"/>
          <ac:spMkLst>
            <pc:docMk/>
            <pc:sldMk cId="94679921" sldId="256"/>
            <ac:spMk id="32" creationId="{DD87D057-5625-A9C5-9169-8E0B3375E560}"/>
          </ac:spMkLst>
        </pc:spChg>
        <pc:spChg chg="add del mod">
          <ac:chgData name="Oscar Molina Ortiz" userId="19631747-2e31-4a83-9804-09ae78766222" providerId="ADAL" clId="{7C2D3324-B09A-4F5A-889B-38A595B01022}" dt="2024-08-22T20:39:48.765" v="17"/>
          <ac:spMkLst>
            <pc:docMk/>
            <pc:sldMk cId="94679921" sldId="256"/>
            <ac:spMk id="33" creationId="{8FB866C3-A3AC-D280-CD1A-701030CD2F39}"/>
          </ac:spMkLst>
        </pc:spChg>
        <pc:spChg chg="del mod ord">
          <ac:chgData name="Oscar Molina Ortiz" userId="19631747-2e31-4a83-9804-09ae78766222" providerId="ADAL" clId="{7C2D3324-B09A-4F5A-889B-38A595B01022}" dt="2024-08-22T20:40:28.478" v="24" actId="478"/>
          <ac:spMkLst>
            <pc:docMk/>
            <pc:sldMk cId="94679921" sldId="256"/>
            <ac:spMk id="34" creationId="{49F64D4D-5B32-4CA5-1D95-7B84895BA040}"/>
          </ac:spMkLst>
        </pc:spChg>
        <pc:spChg chg="add del mod">
          <ac:chgData name="Oscar Molina Ortiz" userId="19631747-2e31-4a83-9804-09ae78766222" providerId="ADAL" clId="{7C2D3324-B09A-4F5A-889B-38A595B01022}" dt="2024-08-22T22:08:53.096" v="80" actId="478"/>
          <ac:spMkLst>
            <pc:docMk/>
            <pc:sldMk cId="94679921" sldId="256"/>
            <ac:spMk id="39" creationId="{F3EF8234-B3C1-92F9-DA9D-B0CD830B240A}"/>
          </ac:spMkLst>
        </pc:spChg>
        <pc:spChg chg="add mod">
          <ac:chgData name="Oscar Molina Ortiz" userId="19631747-2e31-4a83-9804-09ae78766222" providerId="ADAL" clId="{7C2D3324-B09A-4F5A-889B-38A595B01022}" dt="2024-08-22T22:08:32.546" v="74" actId="1076"/>
          <ac:spMkLst>
            <pc:docMk/>
            <pc:sldMk cId="94679921" sldId="256"/>
            <ac:spMk id="40" creationId="{46D81F70-FD20-93E9-2D29-5EF499311155}"/>
          </ac:spMkLst>
        </pc:spChg>
        <pc:spChg chg="add mod ord">
          <ac:chgData name="Oscar Molina Ortiz" userId="19631747-2e31-4a83-9804-09ae78766222" providerId="ADAL" clId="{7C2D3324-B09A-4F5A-889B-38A595B01022}" dt="2024-08-22T22:13:41.250" v="173" actId="1076"/>
          <ac:spMkLst>
            <pc:docMk/>
            <pc:sldMk cId="94679921" sldId="256"/>
            <ac:spMk id="41" creationId="{64CBC938-31C9-0934-17CC-76FF0EC657F5}"/>
          </ac:spMkLst>
        </pc:spChg>
        <pc:spChg chg="add mod">
          <ac:chgData name="Oscar Molina Ortiz" userId="19631747-2e31-4a83-9804-09ae78766222" providerId="ADAL" clId="{7C2D3324-B09A-4F5A-889B-38A595B01022}" dt="2024-08-22T22:09:25.123" v="90" actId="1076"/>
          <ac:spMkLst>
            <pc:docMk/>
            <pc:sldMk cId="94679921" sldId="256"/>
            <ac:spMk id="45" creationId="{9E54B258-BFC4-E160-E245-96385D0900B6}"/>
          </ac:spMkLst>
        </pc:spChg>
        <pc:spChg chg="add mod">
          <ac:chgData name="Oscar Molina Ortiz" userId="19631747-2e31-4a83-9804-09ae78766222" providerId="ADAL" clId="{7C2D3324-B09A-4F5A-889B-38A595B01022}" dt="2024-08-22T22:39:20.154" v="274" actId="20577"/>
          <ac:spMkLst>
            <pc:docMk/>
            <pc:sldMk cId="94679921" sldId="256"/>
            <ac:spMk id="46" creationId="{B925B16B-D218-6F43-A545-BE318FA38F3F}"/>
          </ac:spMkLst>
        </pc:spChg>
        <pc:spChg chg="add mod">
          <ac:chgData name="Oscar Molina Ortiz" userId="19631747-2e31-4a83-9804-09ae78766222" providerId="ADAL" clId="{7C2D3324-B09A-4F5A-889B-38A595B01022}" dt="2024-08-22T22:37:55.866" v="271" actId="20577"/>
          <ac:spMkLst>
            <pc:docMk/>
            <pc:sldMk cId="94679921" sldId="256"/>
            <ac:spMk id="47" creationId="{7070523D-E318-F709-2FE8-32874A7785E7}"/>
          </ac:spMkLst>
        </pc:spChg>
        <pc:spChg chg="add mod">
          <ac:chgData name="Oscar Molina Ortiz" userId="19631747-2e31-4a83-9804-09ae78766222" providerId="ADAL" clId="{7C2D3324-B09A-4F5A-889B-38A595B01022}" dt="2024-08-22T22:37:58.526" v="272" actId="20577"/>
          <ac:spMkLst>
            <pc:docMk/>
            <pc:sldMk cId="94679921" sldId="256"/>
            <ac:spMk id="48" creationId="{DAEE30BC-2651-C34B-7FE8-BE00C3255A52}"/>
          </ac:spMkLst>
        </pc:spChg>
        <pc:spChg chg="mod">
          <ac:chgData name="Oscar Molina Ortiz" userId="19631747-2e31-4a83-9804-09ae78766222" providerId="ADAL" clId="{7C2D3324-B09A-4F5A-889B-38A595B01022}" dt="2024-08-22T22:36:28.226" v="247" actId="20577"/>
          <ac:spMkLst>
            <pc:docMk/>
            <pc:sldMk cId="94679921" sldId="256"/>
            <ac:spMk id="58" creationId="{72CBBC9D-C377-F59B-3DCE-F2E516A2CADE}"/>
          </ac:spMkLst>
        </pc:spChg>
        <pc:spChg chg="add del mod">
          <ac:chgData name="Oscar Molina Ortiz" userId="19631747-2e31-4a83-9804-09ae78766222" providerId="ADAL" clId="{7C2D3324-B09A-4F5A-889B-38A595B01022}" dt="2024-08-22T22:15:35.084" v="194" actId="478"/>
          <ac:spMkLst>
            <pc:docMk/>
            <pc:sldMk cId="94679921" sldId="256"/>
            <ac:spMk id="62" creationId="{097FCE18-AD80-1C88-1BB8-5B5D3DCBF812}"/>
          </ac:spMkLst>
        </pc:spChg>
        <pc:spChg chg="add mod">
          <ac:chgData name="Oscar Molina Ortiz" userId="19631747-2e31-4a83-9804-09ae78766222" providerId="ADAL" clId="{7C2D3324-B09A-4F5A-889B-38A595B01022}" dt="2024-08-22T22:37:17.075" v="257" actId="20577"/>
          <ac:spMkLst>
            <pc:docMk/>
            <pc:sldMk cId="94679921" sldId="256"/>
            <ac:spMk id="63" creationId="{CD743CA4-17C3-1E20-7C73-383352993AF8}"/>
          </ac:spMkLst>
        </pc:spChg>
        <pc:grpChg chg="del mod">
          <ac:chgData name="Oscar Molina Ortiz" userId="19631747-2e31-4a83-9804-09ae78766222" providerId="ADAL" clId="{7C2D3324-B09A-4F5A-889B-38A595B01022}" dt="2024-08-22T22:12:53.861" v="166" actId="478"/>
          <ac:grpSpMkLst>
            <pc:docMk/>
            <pc:sldMk cId="94679921" sldId="256"/>
            <ac:grpSpMk id="30" creationId="{124FFEED-EB6D-D168-4839-7BCF18631E40}"/>
          </ac:grpSpMkLst>
        </pc:grpChg>
        <pc:grpChg chg="add mod">
          <ac:chgData name="Oscar Molina Ortiz" userId="19631747-2e31-4a83-9804-09ae78766222" providerId="ADAL" clId="{7C2D3324-B09A-4F5A-889B-38A595B01022}" dt="2024-08-22T22:12:57.166" v="167" actId="164"/>
          <ac:grpSpMkLst>
            <pc:docMk/>
            <pc:sldMk cId="94679921" sldId="256"/>
            <ac:grpSpMk id="53" creationId="{65958117-EDE5-CD8B-1299-F8D97AA650B4}"/>
          </ac:grpSpMkLst>
        </pc:grpChg>
        <pc:grpChg chg="add mod">
          <ac:chgData name="Oscar Molina Ortiz" userId="19631747-2e31-4a83-9804-09ae78766222" providerId="ADAL" clId="{7C2D3324-B09A-4F5A-889B-38A595B01022}" dt="2024-08-22T22:13:12.316" v="170" actId="1076"/>
          <ac:grpSpMkLst>
            <pc:docMk/>
            <pc:sldMk cId="94679921" sldId="256"/>
            <ac:grpSpMk id="54" creationId="{A36CD72A-9B46-6A84-9112-4A4CEEF88B1E}"/>
          </ac:grpSpMkLst>
        </pc:grpChg>
        <pc:cxnChg chg="del mod">
          <ac:chgData name="Oscar Molina Ortiz" userId="19631747-2e31-4a83-9804-09ae78766222" providerId="ADAL" clId="{7C2D3324-B09A-4F5A-889B-38A595B01022}" dt="2024-08-22T22:12:33.070" v="160" actId="478"/>
          <ac:cxnSpMkLst>
            <pc:docMk/>
            <pc:sldMk cId="94679921" sldId="256"/>
            <ac:cxnSpMk id="14" creationId="{CD490CD7-3AA0-184F-37F4-F0349898CE18}"/>
          </ac:cxnSpMkLst>
        </pc:cxnChg>
        <pc:cxnChg chg="del mod">
          <ac:chgData name="Oscar Molina Ortiz" userId="19631747-2e31-4a83-9804-09ae78766222" providerId="ADAL" clId="{7C2D3324-B09A-4F5A-889B-38A595B01022}" dt="2024-08-22T22:19:22.673" v="233" actId="478"/>
          <ac:cxnSpMkLst>
            <pc:docMk/>
            <pc:sldMk cId="94679921" sldId="256"/>
            <ac:cxnSpMk id="15" creationId="{E0F12769-3D58-B8F8-0F27-B465DB4F8E84}"/>
          </ac:cxnSpMkLst>
        </pc:cxnChg>
        <pc:cxnChg chg="mod">
          <ac:chgData name="Oscar Molina Ortiz" userId="19631747-2e31-4a83-9804-09ae78766222" providerId="ADAL" clId="{7C2D3324-B09A-4F5A-889B-38A595B01022}" dt="2024-08-22T22:19:03.563" v="227" actId="1076"/>
          <ac:cxnSpMkLst>
            <pc:docMk/>
            <pc:sldMk cId="94679921" sldId="256"/>
            <ac:cxnSpMk id="17" creationId="{A43606EB-713B-D25F-0AF7-BB5BF57AECFD}"/>
          </ac:cxnSpMkLst>
        </pc:cxnChg>
        <pc:cxnChg chg="mod">
          <ac:chgData name="Oscar Molina Ortiz" userId="19631747-2e31-4a83-9804-09ae78766222" providerId="ADAL" clId="{7C2D3324-B09A-4F5A-889B-38A595B01022}" dt="2024-08-22T22:12:57.166" v="167" actId="164"/>
          <ac:cxnSpMkLst>
            <pc:docMk/>
            <pc:sldMk cId="94679921" sldId="256"/>
            <ac:cxnSpMk id="19" creationId="{B8D94C88-B04F-8052-D4C5-F9A65DEE37AB}"/>
          </ac:cxnSpMkLst>
        </pc:cxnChg>
        <pc:cxnChg chg="mod">
          <ac:chgData name="Oscar Molina Ortiz" userId="19631747-2e31-4a83-9804-09ae78766222" providerId="ADAL" clId="{7C2D3324-B09A-4F5A-889B-38A595B01022}" dt="2024-08-22T22:12:57.166" v="167" actId="164"/>
          <ac:cxnSpMkLst>
            <pc:docMk/>
            <pc:sldMk cId="94679921" sldId="256"/>
            <ac:cxnSpMk id="21" creationId="{9CCB19A1-4CFF-B504-3810-9AC4BC132D37}"/>
          </ac:cxnSpMkLst>
        </pc:cxnChg>
        <pc:cxnChg chg="mod">
          <ac:chgData name="Oscar Molina Ortiz" userId="19631747-2e31-4a83-9804-09ae78766222" providerId="ADAL" clId="{7C2D3324-B09A-4F5A-889B-38A595B01022}" dt="2024-08-22T22:12:57.166" v="167" actId="164"/>
          <ac:cxnSpMkLst>
            <pc:docMk/>
            <pc:sldMk cId="94679921" sldId="256"/>
            <ac:cxnSpMk id="22" creationId="{ED3B606B-4F6F-B7EB-30EA-9F578455FEBA}"/>
          </ac:cxnSpMkLst>
        </pc:cxnChg>
        <pc:cxnChg chg="add del">
          <ac:chgData name="Oscar Molina Ortiz" userId="19631747-2e31-4a83-9804-09ae78766222" providerId="ADAL" clId="{7C2D3324-B09A-4F5A-889B-38A595B01022}" dt="2024-08-22T22:12:06.140" v="147" actId="478"/>
          <ac:cxnSpMkLst>
            <pc:docMk/>
            <pc:sldMk cId="94679921" sldId="256"/>
            <ac:cxnSpMk id="26" creationId="{6EA6F8F6-7AF3-1CB9-38B2-8AE1AE6D2373}"/>
          </ac:cxnSpMkLst>
        </pc:cxnChg>
        <pc:cxnChg chg="add del mod">
          <ac:chgData name="Oscar Molina Ortiz" userId="19631747-2e31-4a83-9804-09ae78766222" providerId="ADAL" clId="{7C2D3324-B09A-4F5A-889B-38A595B01022}" dt="2024-08-22T22:08:55.828" v="81" actId="478"/>
          <ac:cxnSpMkLst>
            <pc:docMk/>
            <pc:sldMk cId="94679921" sldId="256"/>
            <ac:cxnSpMk id="35" creationId="{329D64D1-25FD-56D7-5941-A808803EC85E}"/>
          </ac:cxnSpMkLst>
        </pc:cxnChg>
        <pc:cxnChg chg="add del mod">
          <ac:chgData name="Oscar Molina Ortiz" userId="19631747-2e31-4a83-9804-09ae78766222" providerId="ADAL" clId="{7C2D3324-B09A-4F5A-889B-38A595B01022}" dt="2024-08-22T22:09:16.674" v="87" actId="12788"/>
          <ac:cxnSpMkLst>
            <pc:docMk/>
            <pc:sldMk cId="94679921" sldId="256"/>
            <ac:cxnSpMk id="36" creationId="{16737975-07E3-4845-50E2-6C55561490EA}"/>
          </ac:cxnSpMkLst>
        </pc:cxnChg>
        <pc:cxnChg chg="add mod">
          <ac:chgData name="Oscar Molina Ortiz" userId="19631747-2e31-4a83-9804-09ae78766222" providerId="ADAL" clId="{7C2D3324-B09A-4F5A-889B-38A595B01022}" dt="2024-08-22T22:09:16.674" v="87" actId="12788"/>
          <ac:cxnSpMkLst>
            <pc:docMk/>
            <pc:sldMk cId="94679921" sldId="256"/>
            <ac:cxnSpMk id="37" creationId="{8B63112C-E84D-17A7-FE61-9DE1B985B6A9}"/>
          </ac:cxnSpMkLst>
        </pc:cxnChg>
        <pc:cxnChg chg="add mod">
          <ac:chgData name="Oscar Molina Ortiz" userId="19631747-2e31-4a83-9804-09ae78766222" providerId="ADAL" clId="{7C2D3324-B09A-4F5A-889B-38A595B01022}" dt="2024-08-22T22:09:16.674" v="87" actId="12788"/>
          <ac:cxnSpMkLst>
            <pc:docMk/>
            <pc:sldMk cId="94679921" sldId="256"/>
            <ac:cxnSpMk id="44" creationId="{F6BF7917-095E-8CAB-1D67-01043FBD9750}"/>
          </ac:cxnSpMkLst>
        </pc:cxnChg>
        <pc:cxnChg chg="mod">
          <ac:chgData name="Oscar Molina Ortiz" userId="19631747-2e31-4a83-9804-09ae78766222" providerId="ADAL" clId="{7C2D3324-B09A-4F5A-889B-38A595B01022}" dt="2024-08-22T22:12:58.255" v="168" actId="571"/>
          <ac:cxnSpMkLst>
            <pc:docMk/>
            <pc:sldMk cId="94679921" sldId="256"/>
            <ac:cxnSpMk id="55" creationId="{F5E81AB0-0E79-DF18-CA2C-791127E558F0}"/>
          </ac:cxnSpMkLst>
        </pc:cxnChg>
        <pc:cxnChg chg="mod">
          <ac:chgData name="Oscar Molina Ortiz" userId="19631747-2e31-4a83-9804-09ae78766222" providerId="ADAL" clId="{7C2D3324-B09A-4F5A-889B-38A595B01022}" dt="2024-08-22T22:12:58.255" v="168" actId="571"/>
          <ac:cxnSpMkLst>
            <pc:docMk/>
            <pc:sldMk cId="94679921" sldId="256"/>
            <ac:cxnSpMk id="56" creationId="{4B5D8730-B2F5-2DF9-DB61-5276CC764DA0}"/>
          </ac:cxnSpMkLst>
        </pc:cxnChg>
        <pc:cxnChg chg="mod">
          <ac:chgData name="Oscar Molina Ortiz" userId="19631747-2e31-4a83-9804-09ae78766222" providerId="ADAL" clId="{7C2D3324-B09A-4F5A-889B-38A595B01022}" dt="2024-08-22T22:12:58.255" v="168" actId="571"/>
          <ac:cxnSpMkLst>
            <pc:docMk/>
            <pc:sldMk cId="94679921" sldId="256"/>
            <ac:cxnSpMk id="57" creationId="{BE50D285-6004-101D-5DCD-823CD3720ECE}"/>
          </ac:cxnSpMkLst>
        </pc:cxnChg>
        <pc:cxnChg chg="add mod">
          <ac:chgData name="Oscar Molina Ortiz" userId="19631747-2e31-4a83-9804-09ae78766222" providerId="ADAL" clId="{7C2D3324-B09A-4F5A-889B-38A595B01022}" dt="2024-08-22T22:19:36.847" v="235" actId="108"/>
          <ac:cxnSpMkLst>
            <pc:docMk/>
            <pc:sldMk cId="94679921" sldId="256"/>
            <ac:cxnSpMk id="60" creationId="{97751D5E-9B04-03DC-4140-7731977B4CF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DC89-1B91-3641-A0D9-CF286AC0C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6ACE7-AE7B-CAAE-F6C3-BABC4229F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F38A4-F4D3-16DB-897F-4A78CAE4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3734B2-3D3D-CEB0-F2F6-2F1157087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67398-A9F4-1302-DB2A-842519D52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1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2019E-4E25-2C13-C175-087F3790C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9868-6F3B-BC08-B0ED-E07F54B3E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A1D91-BC06-3864-34DB-4EDDE3E5F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1168A-A3B0-6B3B-4E3C-5141D8EE7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90B48-12FE-4A35-D959-3D4DFF95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57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596F-6455-42FD-97E9-78A049D6C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DFB17-B91E-9241-4C0C-B4C35724E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1786D-958A-A0A3-0B6C-DBDB030CB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6940F-646F-CB31-CD61-B7C6FEC4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39090-9F61-A5BA-CB40-77358D86F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594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61CC-D0A7-D1F8-A467-4A694E06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8CCF5-DDB6-BD89-BC62-B4E6C72D0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EE534C-9870-4987-FFD4-A28957478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1A921-7FFD-6316-D6C6-764E6D21A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E4B871-B800-4879-3045-D13BC5D2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3B1C4F-3618-CDD0-98BE-5070C2939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44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62965-27EA-3642-ED72-FDDCCF6AD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33FCB5-3499-B0E1-0C74-494F5C0DD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165F9A-5876-C2AC-7593-8E7D9E1F40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4DDD7E-53C4-35D5-119B-AA864F4D3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D5838D-A18B-A727-40E0-D94C3C4C70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3B89A5-FB50-0AEA-8648-D327ECD76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5C8545-B403-A93E-4D52-2D259D42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EB71AF-9B1F-E2E5-5F4A-6126886C8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18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52C71-08BE-2D70-2741-BBE99F6AF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B2735-481F-265B-07DF-E80084FF7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FA4910-CF8B-BB3B-BC3B-883EAD24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C522D-B53A-4ABC-BF9F-0306421D7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49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CA0F67-417D-62E7-0EEB-0A5272E16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EAC746-490D-C591-9126-ECB69EC9B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06257-B8E1-4BC8-E853-D472A1AC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3FB2-01B8-5B80-C724-E7D2293FD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CB4D0-53C4-BDE7-DC60-5F1CCE1C3B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8803D2-3CD7-B6E8-4CDC-9895480D3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8DE103-D341-CFF6-D895-0282B22F0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647AF-1EAD-7FE1-C5AD-0545870E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6D7B7-4708-C5ED-E61A-5A8C0A2F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71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B3BBF-D785-321D-1774-C08595EE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350F78-1863-0749-9C23-5A6C2E75E5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B2AE58-40C9-3D9E-9670-7E5644F7A0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3307D-C6FF-5AF8-2D0A-73AFBC68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31DE6-CBAC-417D-6D51-678A20D38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2B58C-D292-93D5-4A94-2EE878751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3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F59D-C3EF-F130-784B-22E81C33B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3707FC-9270-C2A7-52F5-05CA1F25F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7E27C-85A1-E68B-45B1-9ACA21553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99F38-4574-4CB3-12F1-394ADAAB2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CB89B-F0FA-EFFB-CFA1-7C19A9C0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543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BDF54-E6B4-2180-D7DF-372E619213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5CB3A-6BC9-84D2-E54B-1CCF697917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0B64E-D719-C1A7-72E9-5B1EB3818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73FAE-2F4E-5258-294E-25032D523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08D31-9BAB-8A73-877D-34B15140A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38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49DF6E-4F1C-519C-FF9B-BB665507D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86DDA4-16C2-7874-8300-969550413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A970E-0F2E-6343-44C8-977C85A83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3580B-6D12-4599-AB2E-2B8BD4512759}" type="datetimeFigureOut">
              <a:rPr lang="en-US" smtClean="0"/>
              <a:t>8/22/2024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F31E6-0974-8533-C177-F3DD6409E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B98FB-7F85-6D4A-84E3-22664C59F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A7DF9-1F70-4596-920C-30060EE451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996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1CE14FA9-4A93-1B4F-5E71-FF67B35815BD}"/>
              </a:ext>
            </a:extLst>
          </p:cNvPr>
          <p:cNvGrpSpPr/>
          <p:nvPr/>
        </p:nvGrpSpPr>
        <p:grpSpPr>
          <a:xfrm>
            <a:off x="3665145" y="2780970"/>
            <a:ext cx="5014426" cy="1050811"/>
            <a:chOff x="3665145" y="2780970"/>
            <a:chExt cx="5014426" cy="105081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A003FC1-B456-41E7-7735-56A0BD077FB2}"/>
                </a:ext>
              </a:extLst>
            </p:cNvPr>
            <p:cNvSpPr/>
            <p:nvPr/>
          </p:nvSpPr>
          <p:spPr>
            <a:xfrm rot="15116423">
              <a:off x="5646952" y="799163"/>
              <a:ext cx="1050811" cy="5014426"/>
            </a:xfrm>
            <a:custGeom>
              <a:avLst/>
              <a:gdLst>
                <a:gd name="connsiteX0" fmla="*/ 274320 w 1050811"/>
                <a:gd name="connsiteY0" fmla="*/ 4980136 h 5014426"/>
                <a:gd name="connsiteX1" fmla="*/ 137160 w 1050811"/>
                <a:gd name="connsiteY1" fmla="*/ 5014426 h 5014426"/>
                <a:gd name="connsiteX2" fmla="*/ 0 w 1050811"/>
                <a:gd name="connsiteY2" fmla="*/ 4980136 h 5014426"/>
                <a:gd name="connsiteX3" fmla="*/ 0 w 1050811"/>
                <a:gd name="connsiteY3" fmla="*/ 2435691 h 5014426"/>
                <a:gd name="connsiteX4" fmla="*/ 1959 w 1050811"/>
                <a:gd name="connsiteY4" fmla="*/ 2433266 h 5014426"/>
                <a:gd name="connsiteX5" fmla="*/ 773 w 1050811"/>
                <a:gd name="connsiteY5" fmla="*/ 2430154 h 5014426"/>
                <a:gd name="connsiteX6" fmla="*/ 789567 w 1050811"/>
                <a:gd name="connsiteY6" fmla="*/ 11062 h 5014426"/>
                <a:gd name="connsiteX7" fmla="*/ 930600 w 1050811"/>
                <a:gd name="connsiteY7" fmla="*/ 20982 h 5014426"/>
                <a:gd name="connsiteX8" fmla="*/ 1050372 w 1050811"/>
                <a:gd name="connsiteY8" fmla="*/ 96103 h 5014426"/>
                <a:gd name="connsiteX9" fmla="*/ 274320 w 1050811"/>
                <a:gd name="connsiteY9" fmla="*/ 2476117 h 5014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50811" h="5014426">
                  <a:moveTo>
                    <a:pt x="274320" y="4980136"/>
                  </a:moveTo>
                  <a:cubicBezTo>
                    <a:pt x="274320" y="4999074"/>
                    <a:pt x="212911" y="5014426"/>
                    <a:pt x="137160" y="5014426"/>
                  </a:cubicBezTo>
                  <a:cubicBezTo>
                    <a:pt x="61409" y="5014426"/>
                    <a:pt x="0" y="4999074"/>
                    <a:pt x="0" y="4980136"/>
                  </a:cubicBezTo>
                  <a:lnTo>
                    <a:pt x="0" y="2435691"/>
                  </a:lnTo>
                  <a:lnTo>
                    <a:pt x="1959" y="2433266"/>
                  </a:lnTo>
                  <a:lnTo>
                    <a:pt x="773" y="2430154"/>
                  </a:lnTo>
                  <a:lnTo>
                    <a:pt x="789567" y="11062"/>
                  </a:lnTo>
                  <a:cubicBezTo>
                    <a:pt x="795438" y="-6943"/>
                    <a:pt x="858581" y="-2502"/>
                    <a:pt x="930600" y="20982"/>
                  </a:cubicBezTo>
                  <a:cubicBezTo>
                    <a:pt x="1002619" y="44465"/>
                    <a:pt x="1056243" y="78098"/>
                    <a:pt x="1050372" y="96103"/>
                  </a:cubicBezTo>
                  <a:lnTo>
                    <a:pt x="274320" y="2476117"/>
                  </a:lnTo>
                  <a:close/>
                </a:path>
              </a:pathLst>
            </a:cu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03B6FA3-29C9-F884-3A1E-BA5E292000D4}"/>
                </a:ext>
              </a:extLst>
            </p:cNvPr>
            <p:cNvSpPr/>
            <p:nvPr/>
          </p:nvSpPr>
          <p:spPr>
            <a:xfrm>
              <a:off x="3684588" y="3552826"/>
              <a:ext cx="76200" cy="274320"/>
            </a:xfrm>
            <a:prstGeom prst="ellipse">
              <a:avLst/>
            </a:prstGeom>
            <a:solidFill>
              <a:schemeClr val="tx1"/>
            </a:solidFill>
            <a:ln w="95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43606EB-713B-D25F-0AF7-BB5BF57AECFD}"/>
              </a:ext>
            </a:extLst>
          </p:cNvPr>
          <p:cNvCxnSpPr>
            <a:cxnSpLocks/>
          </p:cNvCxnSpPr>
          <p:nvPr/>
        </p:nvCxnSpPr>
        <p:spPr>
          <a:xfrm>
            <a:off x="6212998" y="2743179"/>
            <a:ext cx="0" cy="787399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517FF8-D80B-C39E-F6EB-9AF15EA8B467}"/>
              </a:ext>
            </a:extLst>
          </p:cNvPr>
          <p:cNvSpPr txBox="1"/>
          <p:nvPr/>
        </p:nvSpPr>
        <p:spPr>
          <a:xfrm>
            <a:off x="5901342" y="2981317"/>
            <a:ext cx="62331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750 ft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5958117-EDE5-CD8B-1299-F8D97AA650B4}"/>
              </a:ext>
            </a:extLst>
          </p:cNvPr>
          <p:cNvGrpSpPr/>
          <p:nvPr/>
        </p:nvGrpSpPr>
        <p:grpSpPr>
          <a:xfrm>
            <a:off x="3722688" y="3843874"/>
            <a:ext cx="2543780" cy="307777"/>
            <a:chOff x="3722688" y="3843874"/>
            <a:chExt cx="2543780" cy="30777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8D94C88-B04F-8052-D4C5-F9A65DEE37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2688" y="3867152"/>
              <a:ext cx="0" cy="27432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CCB19A1-4CFF-B504-3810-9AC4BC132D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6468" y="3867152"/>
              <a:ext cx="0" cy="27432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ED3B606B-4F6F-B7EB-30EA-9F578455FEBA}"/>
                </a:ext>
              </a:extLst>
            </p:cNvPr>
            <p:cNvCxnSpPr>
              <a:cxnSpLocks/>
            </p:cNvCxnSpPr>
            <p:nvPr/>
          </p:nvCxnSpPr>
          <p:spPr>
            <a:xfrm>
              <a:off x="3722688" y="3997763"/>
              <a:ext cx="2543780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3B513C9-1B4A-61A1-0DAF-BFA7DC6B69FF}"/>
                </a:ext>
              </a:extLst>
            </p:cNvPr>
            <p:cNvSpPr txBox="1"/>
            <p:nvPr/>
          </p:nvSpPr>
          <p:spPr>
            <a:xfrm>
              <a:off x="4689046" y="3843874"/>
              <a:ext cx="61106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15 mi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6737975-07E3-4845-50E2-6C55561490EA}"/>
              </a:ext>
            </a:extLst>
          </p:cNvPr>
          <p:cNvCxnSpPr>
            <a:cxnSpLocks/>
          </p:cNvCxnSpPr>
          <p:nvPr/>
        </p:nvCxnSpPr>
        <p:spPr>
          <a:xfrm>
            <a:off x="3450082" y="3827145"/>
            <a:ext cx="1828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B63112C-E84D-17A7-FE61-9DE1B985B6A9}"/>
              </a:ext>
            </a:extLst>
          </p:cNvPr>
          <p:cNvCxnSpPr>
            <a:cxnSpLocks/>
          </p:cNvCxnSpPr>
          <p:nvPr/>
        </p:nvCxnSpPr>
        <p:spPr>
          <a:xfrm>
            <a:off x="3541522" y="3552826"/>
            <a:ext cx="0" cy="273129"/>
          </a:xfrm>
          <a:prstGeom prst="straightConnector1">
            <a:avLst/>
          </a:prstGeom>
          <a:ln w="952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46D81F70-FD20-93E9-2D29-5EF499311155}"/>
              </a:ext>
            </a:extLst>
          </p:cNvPr>
          <p:cNvSpPr/>
          <p:nvPr/>
        </p:nvSpPr>
        <p:spPr>
          <a:xfrm>
            <a:off x="2596082" y="3536099"/>
            <a:ext cx="663964" cy="30777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64CBC938-31C9-0934-17CC-76FF0EC657F5}"/>
              </a:ext>
            </a:extLst>
          </p:cNvPr>
          <p:cNvSpPr/>
          <p:nvPr/>
        </p:nvSpPr>
        <p:spPr>
          <a:xfrm rot="20551103">
            <a:off x="8808227" y="2570376"/>
            <a:ext cx="663964" cy="307775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6BF7917-095E-8CAB-1D67-01043FBD9750}"/>
              </a:ext>
            </a:extLst>
          </p:cNvPr>
          <p:cNvCxnSpPr>
            <a:cxnSpLocks/>
          </p:cNvCxnSpPr>
          <p:nvPr/>
        </p:nvCxnSpPr>
        <p:spPr>
          <a:xfrm>
            <a:off x="3450082" y="3558317"/>
            <a:ext cx="18288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E54B258-BFC4-E160-E245-96385D0900B6}"/>
              </a:ext>
            </a:extLst>
          </p:cNvPr>
          <p:cNvSpPr txBox="1"/>
          <p:nvPr/>
        </p:nvSpPr>
        <p:spPr>
          <a:xfrm>
            <a:off x="3402776" y="3214076"/>
            <a:ext cx="30809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25B16B-D218-6F43-A545-BE318FA38F3F}"/>
              </a:ext>
            </a:extLst>
          </p:cNvPr>
          <p:cNvSpPr txBox="1"/>
          <p:nvPr/>
        </p:nvSpPr>
        <p:spPr>
          <a:xfrm>
            <a:off x="9561487" y="2336550"/>
            <a:ext cx="1015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 = 100 psi</a:t>
            </a:r>
          </a:p>
          <a:p>
            <a:r>
              <a:rPr lang="en-US" sz="1400" dirty="0"/>
              <a:t>T = 80.6 F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70523D-E318-F709-2FE8-32874A7785E7}"/>
              </a:ext>
            </a:extLst>
          </p:cNvPr>
          <p:cNvSpPr txBox="1"/>
          <p:nvPr/>
        </p:nvSpPr>
        <p:spPr>
          <a:xfrm>
            <a:off x="6849868" y="2169979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T = 81.3 F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AEE30BC-2651-C34B-7FE8-BE00C3255A52}"/>
              </a:ext>
            </a:extLst>
          </p:cNvPr>
          <p:cNvSpPr txBox="1"/>
          <p:nvPr/>
        </p:nvSpPr>
        <p:spPr>
          <a:xfrm>
            <a:off x="4528367" y="2980288"/>
            <a:ext cx="94288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T = 83.5 F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36CD72A-9B46-6A84-9112-4A4CEEF88B1E}"/>
              </a:ext>
            </a:extLst>
          </p:cNvPr>
          <p:cNvGrpSpPr/>
          <p:nvPr/>
        </p:nvGrpSpPr>
        <p:grpSpPr>
          <a:xfrm rot="20486120">
            <a:off x="6264898" y="3436766"/>
            <a:ext cx="2543780" cy="307777"/>
            <a:chOff x="3722688" y="3843874"/>
            <a:chExt cx="2543780" cy="307777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F5E81AB0-0E79-DF18-CA2C-791127E55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2688" y="3867152"/>
              <a:ext cx="0" cy="27432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4B5D8730-B2F5-2DF9-DB61-5276CC764D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6468" y="3867152"/>
              <a:ext cx="0" cy="27432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E50D285-6004-101D-5DCD-823CD3720ECE}"/>
                </a:ext>
              </a:extLst>
            </p:cNvPr>
            <p:cNvCxnSpPr>
              <a:cxnSpLocks/>
            </p:cNvCxnSpPr>
            <p:nvPr/>
          </p:nvCxnSpPr>
          <p:spPr>
            <a:xfrm>
              <a:off x="3722688" y="3997763"/>
              <a:ext cx="2543780" cy="0"/>
            </a:xfrm>
            <a:prstGeom prst="straightConnector1">
              <a:avLst/>
            </a:prstGeom>
            <a:ln w="9525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2CBBC9D-C377-F59B-3DCE-F2E516A2CADE}"/>
                </a:ext>
              </a:extLst>
            </p:cNvPr>
            <p:cNvSpPr txBox="1"/>
            <p:nvPr/>
          </p:nvSpPr>
          <p:spPr>
            <a:xfrm>
              <a:off x="4689046" y="3843874"/>
              <a:ext cx="61106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15 mi</a:t>
              </a:r>
            </a:p>
          </p:txBody>
        </p:sp>
      </p:grp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7751D5E-9B04-03DC-4140-7731977B4CF2}"/>
              </a:ext>
            </a:extLst>
          </p:cNvPr>
          <p:cNvCxnSpPr>
            <a:cxnSpLocks/>
          </p:cNvCxnSpPr>
          <p:nvPr/>
        </p:nvCxnSpPr>
        <p:spPr>
          <a:xfrm>
            <a:off x="6041151" y="2743179"/>
            <a:ext cx="256032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CD743CA4-17C3-1E20-7C73-383352993AF8}"/>
              </a:ext>
            </a:extLst>
          </p:cNvPr>
          <p:cNvSpPr txBox="1"/>
          <p:nvPr/>
        </p:nvSpPr>
        <p:spPr>
          <a:xfrm>
            <a:off x="1515342" y="3427780"/>
            <a:ext cx="942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 = ?</a:t>
            </a:r>
          </a:p>
          <a:p>
            <a:r>
              <a:rPr lang="en-US" sz="1400" dirty="0"/>
              <a:t>T = 84.6 F</a:t>
            </a:r>
          </a:p>
        </p:txBody>
      </p:sp>
    </p:spTree>
    <p:extLst>
      <p:ext uri="{BB962C8B-B14F-4D97-AF65-F5344CB8AC3E}">
        <p14:creationId xmlns:p14="http://schemas.microsoft.com/office/powerpoint/2010/main" val="94679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30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Oscar Molina Ortiz</dc:creator>
  <cp:lastModifiedBy>Oscar Molina Ortiz</cp:lastModifiedBy>
  <cp:revision>1</cp:revision>
  <dcterms:created xsi:type="dcterms:W3CDTF">2024-08-22T20:30:29Z</dcterms:created>
  <dcterms:modified xsi:type="dcterms:W3CDTF">2024-08-22T22:39:21Z</dcterms:modified>
</cp:coreProperties>
</file>